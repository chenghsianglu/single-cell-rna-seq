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149 identifiers, 149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62049"/>
            <a:ext cx="10911535" cy="4527472"/>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171079" y="1665465"/>
            <a:ext cx="9849537"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821652" y="1665465"/>
            <a:ext cx="8548390"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527845" y="1665465"/>
            <a:ext cx="9136005"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hits</a:t>
                      </a:r>
                    </a:p>
                  </a:txBody>
                  <a:tcPr/>
                </a:tc>
                <a:tc>
                  <a:txBody>
                    <a:bodyPr/>
                    <a:lstStyle/>
                    <a:p>
                      <a:r>
                        <a:t>R-MMU-72203|Processing of Capped Intron-Containing Pre-mRNA|-4.2;GO:2000377|regulation of reactive oxygen species metabolic process|-4.1;GO:0006289|nucleotide-excision repair|-3.5</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