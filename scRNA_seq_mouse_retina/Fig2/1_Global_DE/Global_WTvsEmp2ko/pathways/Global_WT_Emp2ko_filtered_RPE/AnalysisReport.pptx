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25,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164 identifiers, 164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337773"/>
            <a:ext cx="10911535" cy="3776024"/>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751423"/>
            <a:ext cx="10911535" cy="4948725"/>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891606" y="1665465"/>
            <a:ext cx="8408482"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387937" y="1665465"/>
            <a:ext cx="9415821"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2150436" y="1665465"/>
            <a:ext cx="7890822"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hits</a:t>
                      </a:r>
                    </a:p>
                  </a:txBody>
                  <a:tcPr/>
                </a:tc>
                <a:tc>
                  <a:txBody>
                    <a:bodyPr/>
                    <a:lstStyle/>
                    <a:p>
                      <a:r>
                        <a:t>R-MMU-8948751|Regulation of PTEN stability and activity|-15.3;R-MMU-350562|Regulation of ornithine decarboxylase (ODC)|-15.2;R-MMU-6807070|PTEN Regulation|-14.9</a:t>
                      </a:r>
                    </a:p>
                  </a:txBody>
                  <a:tcPr/>
                </a:tc>
              </a:tr>
              <a:tr h="731520">
                <a:tc>
                  <a:txBody>
                    <a:bodyPr/>
                    <a:lstStyle/>
                    <a:p>
                      <a:r>
                        <a:t>hits_MCODE_ALL</a:t>
                      </a:r>
                    </a:p>
                  </a:txBody>
                  <a:tcPr/>
                </a:tc>
                <a:tc>
                  <a:txBody>
                    <a:bodyPr/>
                    <a:lstStyle/>
                    <a:p>
                      <a:r>
                        <a:t>mmu05012|Parkinson disease - Mus musculus (house mouse)|-20.6;R-MMU-350562|Regulation of ornithine decarboxylase (ODC)|-19.8;R-MMU-8941858|Regulation of RUNX3 expression and activity|-19.1</a:t>
                      </a:r>
                    </a:p>
                  </a:txBody>
                  <a:tcPr/>
                </a:tc>
              </a:tr>
              <a:tr h="731520">
                <a:tc>
                  <a:txBody>
                    <a:bodyPr/>
                    <a:lstStyle/>
                    <a:p>
                      <a:r>
                        <a:t>hits_SUB1_MCODE_1</a:t>
                      </a:r>
                    </a:p>
                  </a:txBody>
                  <a:tcPr/>
                </a:tc>
                <a:tc>
                  <a:txBody>
                    <a:bodyPr/>
                    <a:lstStyle/>
                    <a:p>
                      <a:r>
                        <a:t>mmu04921|Oxytocin signaling pathway - Mus musculus (house mouse)|-7.5;mmu04540|Gap junction - Mus musculus (house mouse)|-6.6;mmu05203|Viral carcinogenesis - Mus musculus (house mouse)|-6.6</a:t>
                      </a:r>
                    </a:p>
                  </a:txBody>
                  <a:tcPr/>
                </a:tc>
              </a:tr>
              <a:tr h="731520">
                <a:tc>
                  <a:txBody>
                    <a:bodyPr/>
                    <a:lstStyle/>
                    <a:p>
                      <a:r>
                        <a:t>hits_SUB1_MCODE_2</a:t>
                      </a:r>
                    </a:p>
                  </a:txBody>
                  <a:tcPr/>
                </a:tc>
                <a:tc>
                  <a:txBody>
                    <a:bodyPr/>
                    <a:lstStyle/>
                    <a:p>
                      <a:r>
                        <a:t>R-MMU-350562|Regulation of ornithine decarboxylase (ODC)|-25.7;R-MMU-351202|Metabolism of polyamines|-24.7;R-MMU-1234176|Oxygen-dependent proline hydroxylation of Hypoxia-inducible Factor Alpha|-24.1</a:t>
                      </a:r>
                    </a:p>
                  </a:txBody>
                  <a:tcPr/>
                </a:tc>
              </a:tr>
              <a:tr h="731520">
                <a:tc>
                  <a:txBody>
                    <a:bodyPr/>
                    <a:lstStyle/>
                    <a:p>
                      <a:r>
                        <a:t>hits_SUB1_MCODE_3</a:t>
                      </a:r>
                    </a:p>
                  </a:txBody>
                  <a:tcPr/>
                </a:tc>
                <a:tc>
                  <a:txBody>
                    <a:bodyPr/>
                    <a:lstStyle/>
                    <a:p>
                      <a:r>
                        <a:t>GO:0019646|aerobic electron transport chain|-11.9;GO:0042775|mitochondrial ATP synthesis coupled electron transport|-11.6;GO:0042773|ATP synthesis coupled electron transport|-11.5</a:t>
                      </a:r>
                    </a:p>
                  </a:txBody>
                  <a:tcPr/>
                </a:tc>
              </a:tr>
              <a:tr h="731520">
                <a:tc>
                  <a:txBody>
                    <a:bodyPr/>
                    <a:lstStyle/>
                    <a:p>
                      <a:r>
                        <a:t>hits_SUB1_MCODE_4</a:t>
                      </a:r>
                    </a:p>
                  </a:txBody>
                  <a:tcPr/>
                </a:tc>
                <a:tc>
                  <a:txBody>
                    <a:bodyPr/>
                    <a:lstStyle/>
                    <a:p>
                      <a:r>
                        <a:t>GO:0097352|autophagosome maturation|-7.9;R-MMU-9612973|Autophagy|-6.7;R-MMU-1632852|Macroautophagy|-6.7</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