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128 identifiers, 128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420667"/>
            <a:ext cx="10911535" cy="3610236"/>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317983" y="1665465"/>
            <a:ext cx="9555729"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905597" y="1665465"/>
            <a:ext cx="8380500"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290001" y="1665465"/>
            <a:ext cx="9611693"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2640115" y="1665465"/>
            <a:ext cx="6911464"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hits</a:t>
                      </a:r>
                    </a:p>
                  </a:txBody>
                  <a:tcPr/>
                </a:tc>
                <a:tc>
                  <a:txBody>
                    <a:bodyPr/>
                    <a:lstStyle/>
                    <a:p>
                      <a:r>
                        <a:t>R-MMU-3371497|HSP90 chaperone cycle for steroid hormone receptors (SHR) in the presence of ligand|-10.4;R-MMU-8953897|Cellular responses to stimuli|-9.1;R-MMU-3371568|Attenuation phase|-7.6</a:t>
                      </a:r>
                    </a:p>
                  </a:txBody>
                  <a:tcPr/>
                </a:tc>
              </a:tr>
              <a:tr h="1280160">
                <a:tc>
                  <a:txBody>
                    <a:bodyPr/>
                    <a:lstStyle/>
                    <a:p>
                      <a:r>
                        <a:t>hits_MCODE_ALL</a:t>
                      </a:r>
                    </a:p>
                  </a:txBody>
                  <a:tcPr/>
                </a:tc>
                <a:tc>
                  <a:txBody>
                    <a:bodyPr/>
                    <a:lstStyle/>
                    <a:p>
                      <a:r>
                        <a:t>R-MMU-3371497|HSP90 chaperone cycle for steroid hormone receptors (SHR) in the presence of ligand|-13.2;R-MMU-3371568|Attenuation phase|-12.4;R-MMU-3371571|HSF1-dependent transactivation|-11.4</a:t>
                      </a:r>
                    </a:p>
                  </a:txBody>
                  <a:tcPr/>
                </a:tc>
              </a:tr>
              <a:tr h="1280160">
                <a:tc>
                  <a:txBody>
                    <a:bodyPr/>
                    <a:lstStyle/>
                    <a:p>
                      <a:r>
                        <a:t>hits_SUB1_MCODE_1</a:t>
                      </a:r>
                    </a:p>
                  </a:txBody>
                  <a:tcPr/>
                </a:tc>
                <a:tc>
                  <a:txBody>
                    <a:bodyPr/>
                    <a:lstStyle/>
                    <a:p>
                      <a:r>
                        <a:t>R-MMU-3371497|HSP90 chaperone cycle for steroid hormone receptors (SHR) in the presence of ligand|-13.2;R-MMU-3371568|Attenuation phase|-12.4;R-MMU-3371571|HSF1-dependent transactivation|-11.4</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