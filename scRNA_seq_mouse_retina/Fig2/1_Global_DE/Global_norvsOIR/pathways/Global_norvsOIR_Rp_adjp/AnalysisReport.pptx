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17,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336 identifiers, 336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132819"/>
            <a:ext cx="10911535" cy="4185933"/>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04560"/>
            <a:ext cx="10911535" cy="5042451"/>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835643" y="1665465"/>
            <a:ext cx="8520409"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891606" y="1665465"/>
            <a:ext cx="8408482"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640080" y="1745275"/>
            <a:ext cx="10911535" cy="496102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832928"/>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465512">
                <a:tc>
                  <a:txBody>
                    <a:bodyPr/>
                    <a:lstStyle/>
                    <a:p>
                      <a:r>
                        <a:t>hits</a:t>
                      </a:r>
                    </a:p>
                  </a:txBody>
                  <a:tcPr/>
                </a:tc>
                <a:tc>
                  <a:txBody>
                    <a:bodyPr/>
                    <a:lstStyle/>
                    <a:p>
                      <a:r>
                        <a:t>GO:0050953|sensory perception of light stimulus|-19.4;GO:0007601|visual perception|-18.3;mmu04744|Phototransduction - Mus musculus (house mouse)|-13.9</a:t>
                      </a:r>
                    </a:p>
                  </a:txBody>
                  <a:tcPr/>
                </a:tc>
              </a:tr>
              <a:tr h="465512">
                <a:tc>
                  <a:txBody>
                    <a:bodyPr/>
                    <a:lstStyle/>
                    <a:p>
                      <a:r>
                        <a:t>hits_MCODE_ALL</a:t>
                      </a:r>
                    </a:p>
                  </a:txBody>
                  <a:tcPr/>
                </a:tc>
                <a:tc>
                  <a:txBody>
                    <a:bodyPr/>
                    <a:lstStyle/>
                    <a:p>
                      <a:r>
                        <a:t>mmu04744|Phototransduction - Mus musculus (house mouse)|-14.9;R-MMU-2514856|The phototransduction cascade|-12.6;R-MMU-2187338|Visual phototransduction|-12.4</a:t>
                      </a:r>
                    </a:p>
                  </a:txBody>
                  <a:tcPr/>
                </a:tc>
              </a:tr>
              <a:tr h="465512">
                <a:tc>
                  <a:txBody>
                    <a:bodyPr/>
                    <a:lstStyle/>
                    <a:p>
                      <a:r>
                        <a:t>hits_SUB1_MCODE_1</a:t>
                      </a:r>
                    </a:p>
                  </a:txBody>
                  <a:tcPr/>
                </a:tc>
                <a:tc>
                  <a:txBody>
                    <a:bodyPr/>
                    <a:lstStyle/>
                    <a:p>
                      <a:r>
                        <a:t>R-MMU-2485179|Activation of the phototransduction cascade|-14.9;mmu04744|Phototransduction - Mus musculus (house mouse)|-14.7;R-MMU-4086398|Ca2+ pathway|-13.2</a:t>
                      </a:r>
                    </a:p>
                  </a:txBody>
                  <a:tcPr/>
                </a:tc>
              </a:tr>
              <a:tr h="465512">
                <a:tc>
                  <a:txBody>
                    <a:bodyPr/>
                    <a:lstStyle/>
                    <a:p>
                      <a:r>
                        <a:t>hits_SUB1_MCODE_2</a:t>
                      </a:r>
                    </a:p>
                  </a:txBody>
                  <a:tcPr/>
                </a:tc>
                <a:tc>
                  <a:txBody>
                    <a:bodyPr/>
                    <a:lstStyle/>
                    <a:p>
                      <a:r>
                        <a:t>R-MMU-3371497|HSP90 chaperone cycle for steroid hormone receptors (SHR) in the presence of ligand|-8.5;GO:0042026|protein refolding|-7.2;GO:0006457|protein folding|-6.2</a:t>
                      </a:r>
                    </a:p>
                  </a:txBody>
                  <a:tcPr/>
                </a:tc>
              </a:tr>
              <a:tr h="465512">
                <a:tc>
                  <a:txBody>
                    <a:bodyPr/>
                    <a:lstStyle/>
                    <a:p>
                      <a:r>
                        <a:t>hits_SUB1_MCODE_3</a:t>
                      </a:r>
                    </a:p>
                  </a:txBody>
                  <a:tcPr/>
                </a:tc>
                <a:tc>
                  <a:txBody>
                    <a:bodyPr/>
                    <a:lstStyle/>
                    <a:p>
                      <a:r>
                        <a:t>GO:0048545|response to steroid hormone|-4.1;GO:0009896|positive regulation of catabolic process|-3.3;GO:0032870|cellular response to hormone stimulus|-3.2</a:t>
                      </a:r>
                    </a:p>
                  </a:txBody>
                  <a:tcPr/>
                </a:tc>
              </a:tr>
              <a:tr h="465512">
                <a:tc>
                  <a:txBody>
                    <a:bodyPr/>
                    <a:lstStyle/>
                    <a:p>
                      <a:r>
                        <a:t>hits_SUB1_MCODE_4</a:t>
                      </a:r>
                    </a:p>
                  </a:txBody>
                  <a:tcPr/>
                </a:tc>
                <a:tc>
                  <a:txBody>
                    <a:bodyPr/>
                    <a:lstStyle/>
                    <a:p>
                      <a:r>
                        <a:t>mmu00051|Fructose and mannose metabolism - Mus musculus (house mouse)|-14.0;GO:0006096|glycolytic process|-13.0;GO:0046032|ADP catabolic process|-12.9</a:t>
                      </a:r>
                    </a:p>
                  </a:txBody>
                  <a:tcPr/>
                </a:tc>
              </a:tr>
              <a:tr h="465512">
                <a:tc>
                  <a:txBody>
                    <a:bodyPr/>
                    <a:lstStyle/>
                    <a:p>
                      <a:r>
                        <a:t>hits_SUB1_MCODE_5</a:t>
                      </a:r>
                    </a:p>
                  </a:txBody>
                  <a:tcPr/>
                </a:tc>
                <a:tc>
                  <a:txBody>
                    <a:bodyPr/>
                    <a:lstStyle/>
                    <a:p>
                      <a:r>
                        <a:t>GO:0090596|sensory organ morphogenesis|-4.8;GO:0030036|actin cytoskeleton organization|-4.2;GO:0030029|actin filament-based process|-4.1</a:t>
                      </a:r>
                    </a:p>
                  </a:txBody>
                  <a:tcPr/>
                </a:tc>
              </a:tr>
              <a:tr h="465512">
                <a:tc>
                  <a:txBody>
                    <a:bodyPr/>
                    <a:lstStyle/>
                    <a:p>
                      <a:r>
                        <a:t>hits_SUB1_MCODE_6</a:t>
                      </a:r>
                    </a:p>
                  </a:txBody>
                  <a:tcPr/>
                </a:tc>
                <a:tc>
                  <a:txBody>
                    <a:bodyPr/>
                    <a:lstStyle/>
                    <a:p>
                      <a:r>
                        <a:t>R-MMU-8856825|Cargo recognition for clathrin-mediated endocytosis|-9.4;R-MMU-8856828|Clathrin-mediated endocytosis|-8.9;R-MMU-182971|EGFR downregulation|-8.0</a:t>
                      </a:r>
                    </a:p>
                  </a:txBody>
                  <a:tcPr/>
                </a:tc>
              </a:tr>
              <a:tr h="465512">
                <a:tc>
                  <a:txBody>
                    <a:bodyPr/>
                    <a:lstStyle/>
                    <a:p>
                      <a:r>
                        <a:t>hits_SUB1_MCODE_7</a:t>
                      </a:r>
                    </a:p>
                  </a:txBody>
                  <a:tcPr/>
                </a:tc>
                <a:tc>
                  <a:txBody>
                    <a:bodyPr/>
                    <a:lstStyle/>
                    <a:p>
                      <a:r>
                        <a:t>WP339|ESC pluripotency pathways|-6.8;mmu05167|Kaposi sarcoma-associated herpesvirus infection - Mus musculus (house mouse)|-5.9;mmu05207|Chemical carcinogenesis - receptor activation - Mus musculus (house mouse)|-5.9</a:t>
                      </a:r>
                    </a:p>
                  </a:txBody>
                  <a:tcPr/>
                </a:tc>
              </a:tr>
              <a:tr h="465520">
                <a:tc>
                  <a:txBody>
                    <a:bodyPr/>
                    <a:lstStyle/>
                    <a:p>
                      <a:r>
                        <a:t>hits_SUB1_MCODE_8</a:t>
                      </a:r>
                    </a:p>
                  </a:txBody>
                  <a:tcPr/>
                </a:tc>
                <a:tc>
                  <a:txBody>
                    <a:bodyPr/>
                    <a:lstStyle/>
                    <a:p>
                      <a:r>
                        <a:t>mmu00561|Glycerolipid metabolism - Mus musculus (house mouse)|-7.6;mmu00564|Glycerophospholipid metabolism - Mus musculus (house mouse)|-7.0;mmu04072|Phospholipase D signaling pathway - Mus musculus (house mouse)|-6.5</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