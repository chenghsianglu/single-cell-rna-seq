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17,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438 identifiers, 438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176186"/>
            <a:ext cx="10911535" cy="4099198"/>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438130"/>
            <a:ext cx="10911535" cy="357531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640080" y="1784696"/>
            <a:ext cx="10911535" cy="4882178"/>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751354" y="1665465"/>
            <a:ext cx="10688986"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1324978" y="1665465"/>
            <a:ext cx="9541739"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9326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365760">
                <a:tc>
                  <a:txBody>
                    <a:bodyPr/>
                    <a:lstStyle/>
                    <a:p>
                      <a:r>
                        <a:t>hits</a:t>
                      </a:r>
                    </a:p>
                  </a:txBody>
                  <a:tcPr/>
                </a:tc>
                <a:tc>
                  <a:txBody>
                    <a:bodyPr/>
                    <a:lstStyle/>
                    <a:p>
                      <a:r>
                        <a:t>mmu00190|Oxidative phosphorylation - Mus musculus (house mouse)|-20.4;GO:0006119|oxidative phosphorylation|-19.5;GO:0009060|aerobic respiration|-19.5</a:t>
                      </a:r>
                    </a:p>
                  </a:txBody>
                  <a:tcPr/>
                </a:tc>
              </a:tr>
              <a:tr h="365760">
                <a:tc>
                  <a:txBody>
                    <a:bodyPr/>
                    <a:lstStyle/>
                    <a:p>
                      <a:r>
                        <a:t>hits_MCODE_ALL</a:t>
                      </a:r>
                    </a:p>
                  </a:txBody>
                  <a:tcPr/>
                </a:tc>
                <a:tc>
                  <a:txBody>
                    <a:bodyPr/>
                    <a:lstStyle/>
                    <a:p>
                      <a:r>
                        <a:t>GO:0006119|oxidative phosphorylation|-26.8;mmu00190|Oxidative phosphorylation - Mus musculus (house mouse)|-25.4;mmu05020|Prion disease - Mus musculus (house mouse)|-24.8</a:t>
                      </a:r>
                    </a:p>
                  </a:txBody>
                  <a:tcPr/>
                </a:tc>
              </a:tr>
              <a:tr h="365760">
                <a:tc>
                  <a:txBody>
                    <a:bodyPr/>
                    <a:lstStyle/>
                    <a:p>
                      <a:r>
                        <a:t>hits_SUB1_MCODE_1</a:t>
                      </a:r>
                    </a:p>
                  </a:txBody>
                  <a:tcPr/>
                </a:tc>
                <a:tc>
                  <a:txBody>
                    <a:bodyPr/>
                    <a:lstStyle/>
                    <a:p>
                      <a:r>
                        <a:t>GO:0006119|oxidative phosphorylation|-47.8;mmu00190|Oxidative phosphorylation - Mus musculus (house mouse)|-46.4;mmu04932|Non-alcoholic fatty liver disease - Mus musculus (house mouse)|-45.0</a:t>
                      </a:r>
                    </a:p>
                  </a:txBody>
                  <a:tcPr/>
                </a:tc>
              </a:tr>
              <a:tr h="365760">
                <a:tc>
                  <a:txBody>
                    <a:bodyPr/>
                    <a:lstStyle/>
                    <a:p>
                      <a:r>
                        <a:t>hits_SUB1_MCODE_2</a:t>
                      </a:r>
                    </a:p>
                  </a:txBody>
                  <a:tcPr/>
                </a:tc>
                <a:tc>
                  <a:txBody>
                    <a:bodyPr/>
                    <a:lstStyle/>
                    <a:p>
                      <a:r>
                        <a:t>mmu00480|Glutathione metabolism - Mus musculus (house mouse)|-8.6;GO:0006749|glutathione metabolic process|-6.8;WP4466|Oxidative stress and redox pathway|-6.1</a:t>
                      </a:r>
                    </a:p>
                  </a:txBody>
                  <a:tcPr/>
                </a:tc>
              </a:tr>
              <a:tr h="365760">
                <a:tc>
                  <a:txBody>
                    <a:bodyPr/>
                    <a:lstStyle/>
                    <a:p>
                      <a:r>
                        <a:t>hits_SUB1_MCODE_3</a:t>
                      </a:r>
                    </a:p>
                  </a:txBody>
                  <a:tcPr/>
                </a:tc>
                <a:tc>
                  <a:txBody>
                    <a:bodyPr/>
                    <a:lstStyle/>
                    <a:p>
                      <a:r>
                        <a:t>R-MMU-983170|Antigen Presentation: Folding, assembly and peptide loading of class I MHC|-8.2;R-MMU-194315|Signaling by Rho GTPases|-7.9;R-MMU-9716542|Signaling by Rho GTPases, Miro GTPases and RHOBTB3|-7.8</a:t>
                      </a:r>
                    </a:p>
                  </a:txBody>
                  <a:tcPr/>
                </a:tc>
              </a:tr>
              <a:tr h="365760">
                <a:tc>
                  <a:txBody>
                    <a:bodyPr/>
                    <a:lstStyle/>
                    <a:p>
                      <a:r>
                        <a:t>hits_SUB1_MCODE_4</a:t>
                      </a:r>
                    </a:p>
                  </a:txBody>
                  <a:tcPr/>
                </a:tc>
                <a:tc>
                  <a:txBody>
                    <a:bodyPr/>
                    <a:lstStyle/>
                    <a:p>
                      <a:r>
                        <a:t>R-MMU-3371568|Attenuation phase|-7.7;R-MMU-3371571|HSF1-dependent transactivation|-6.9;GO:0022618|protein-RNA complex assembly|-6.0</a:t>
                      </a:r>
                    </a:p>
                  </a:txBody>
                  <a:tcPr/>
                </a:tc>
              </a:tr>
              <a:tr h="365760">
                <a:tc>
                  <a:txBody>
                    <a:bodyPr/>
                    <a:lstStyle/>
                    <a:p>
                      <a:r>
                        <a:t>hits_SUB1_MCODE_5</a:t>
                      </a:r>
                    </a:p>
                  </a:txBody>
                  <a:tcPr/>
                </a:tc>
                <a:tc>
                  <a:txBody>
                    <a:bodyPr/>
                    <a:lstStyle/>
                    <a:p>
                      <a:r>
                        <a:t>R-MMU-199977|ER to Golgi Anterograde Transport|-14.3;R-MMU-948021|Transport to the Golgi and subsequent modification|-13.8;R-MMU-6807878|COPI-mediated anterograde transport|-12.8</a:t>
                      </a:r>
                    </a:p>
                  </a:txBody>
                  <a:tcPr/>
                </a:tc>
              </a:tr>
              <a:tr h="365760">
                <a:tc>
                  <a:txBody>
                    <a:bodyPr/>
                    <a:lstStyle/>
                    <a:p>
                      <a:r>
                        <a:t>hits_SUB1_MCODE_6</a:t>
                      </a:r>
                    </a:p>
                  </a:txBody>
                  <a:tcPr/>
                </a:tc>
                <a:tc>
                  <a:txBody>
                    <a:bodyPr/>
                    <a:lstStyle/>
                    <a:p>
                      <a:r>
                        <a:t>GO:1902991|regulation of amyloid precursor protein catabolic process|-9.5;GO:1905906|regulation of amyloid fibril formation|-8.1;GO:1900221|regulation of amyloid-beta clearance|-8.0</a:t>
                      </a:r>
                    </a:p>
                  </a:txBody>
                  <a:tcPr/>
                </a:tc>
              </a:tr>
              <a:tr h="365760">
                <a:tc>
                  <a:txBody>
                    <a:bodyPr/>
                    <a:lstStyle/>
                    <a:p>
                      <a:r>
                        <a:t>hits_SUB1_MCODE_7</a:t>
                      </a:r>
                    </a:p>
                  </a:txBody>
                  <a:tcPr/>
                </a:tc>
                <a:tc>
                  <a:txBody>
                    <a:bodyPr/>
                    <a:lstStyle/>
                    <a:p>
                      <a:r>
                        <a:t>R-MMU-2022090|Assembly of collagen fibrils and other multimeric structures|-7.0;R-MMU-1650814|Collagen biosynthesis and modifying enzymes|-6.8;R-MMU-1474290|Collagen formation|-6.5</a:t>
                      </a:r>
                    </a:p>
                  </a:txBody>
                  <a:tcPr/>
                </a:tc>
              </a:tr>
              <a:tr h="365760">
                <a:tc>
                  <a:txBody>
                    <a:bodyPr/>
                    <a:lstStyle/>
                    <a:p>
                      <a:r>
                        <a:t>hits_SUB1_MCODE_9</a:t>
                      </a:r>
                    </a:p>
                  </a:txBody>
                  <a:tcPr/>
                </a:tc>
                <a:tc>
                  <a:txBody>
                    <a:bodyPr/>
                    <a:lstStyle/>
                    <a:p>
                      <a:r>
                        <a:t>R-MMU-2132295|MHC class II antigen presentation|-6.7;R-MMU-1474228|Degradation of the extracellular matrix|-6.7;mmu04210|Apoptosis - Mus musculus (house mouse)|-6.6</a:t>
                      </a:r>
                    </a:p>
                  </a:txBody>
                  <a:tcPr/>
                </a:tc>
              </a:tr>
              <a:tr h="365760">
                <a:tc>
                  <a:txBody>
                    <a:bodyPr/>
                    <a:lstStyle/>
                    <a:p>
                      <a:r>
                        <a:t>hits_SUB1_MCODE_11</a:t>
                      </a:r>
                    </a:p>
                  </a:txBody>
                  <a:tcPr/>
                </a:tc>
                <a:tc>
                  <a:txBody>
                    <a:bodyPr/>
                    <a:lstStyle/>
                    <a:p>
                      <a:r>
                        <a:t>R-MMU-2453902|The canonical retinoid cycle in rods (twilight vision)|-9.1;WP1259|Retinol metabolism|-8.2;R-MMU-2187338|Visual phototransduction|-7.2</a:t>
                      </a:r>
                    </a:p>
                  </a:txBody>
                  <a:tcPr/>
                </a:tc>
              </a:tr>
              <a:tr h="365760">
                <a:tc>
                  <a:txBody>
                    <a:bodyPr/>
                    <a:lstStyle/>
                    <a:p>
                      <a:r>
                        <a:t>hits_SUB3_MCODE_12</a:t>
                      </a:r>
                    </a:p>
                  </a:txBody>
                  <a:tcPr/>
                </a:tc>
                <a:tc>
                  <a:txBody>
                    <a:bodyPr/>
                    <a:lstStyle/>
                    <a:p>
                      <a:r>
                        <a:t>R-MMU-114608|Platelet degranulation|-6.8;R-MMU-76005|Response to elevated platelet cytosolic Ca2+|-6.8;R-MMU-76002|Platelet activation, signaling and aggregation|-5.8</a:t>
                      </a:r>
                    </a:p>
                  </a:txBody>
                  <a:tcPr/>
                </a:tc>
              </a:tr>
              <a:tr h="365760">
                <a:tc>
                  <a:txBody>
                    <a:bodyPr/>
                    <a:lstStyle/>
                    <a:p>
                      <a:r>
                        <a:t>hits_SUB4_MCODE_13</a:t>
                      </a:r>
                    </a:p>
                  </a:txBody>
                  <a:tcPr/>
                </a:tc>
                <a:tc>
                  <a:txBody>
                    <a:bodyPr/>
                    <a:lstStyle/>
                    <a:p>
                      <a:r>
                        <a:t>GO:0035567|non-canonical Wnt signaling pathway|-8.3;GO:0060070|canonical Wnt signaling pathway|-6.9;GO:0090090|negative regulation of canonical Wnt signaling pathway|-6.6</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