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17,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290 identifiers, 290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130891"/>
            <a:ext cx="10911535" cy="418978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702730" y="1665465"/>
            <a:ext cx="8786234"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675092" y="1665465"/>
            <a:ext cx="6841510"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248028" y="1665465"/>
            <a:ext cx="9695638"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2528188" y="1665465"/>
            <a:ext cx="7135318"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hits</a:t>
                      </a:r>
                    </a:p>
                  </a:txBody>
                  <a:tcPr/>
                </a:tc>
                <a:tc>
                  <a:txBody>
                    <a:bodyPr/>
                    <a:lstStyle/>
                    <a:p>
                      <a:r>
                        <a:t>GO:0030335|positive regulation of cell migration|-16.0;GO:2000147|positive regulation of cell motility|-15.4;GO:0040017|positive regulation of locomotion|-15.1</a:t>
                      </a:r>
                    </a:p>
                  </a:txBody>
                  <a:tcPr/>
                </a:tc>
              </a:tr>
              <a:tr h="512064">
                <a:tc>
                  <a:txBody>
                    <a:bodyPr/>
                    <a:lstStyle/>
                    <a:p>
                      <a:r>
                        <a:t>hits_MCODE_ALL</a:t>
                      </a:r>
                    </a:p>
                  </a:txBody>
                  <a:tcPr/>
                </a:tc>
                <a:tc>
                  <a:txBody>
                    <a:bodyPr/>
                    <a:lstStyle/>
                    <a:p>
                      <a:r>
                        <a:t>GO:0030335|positive regulation of cell migration|-13.5;GO:2000147|positive regulation of cell motility|-13.2;GO:0040017|positive regulation of locomotion|-13.0</a:t>
                      </a:r>
                    </a:p>
                  </a:txBody>
                  <a:tcPr/>
                </a:tc>
              </a:tr>
              <a:tr h="512064">
                <a:tc>
                  <a:txBody>
                    <a:bodyPr/>
                    <a:lstStyle/>
                    <a:p>
                      <a:r>
                        <a:t>hits_SUB1_MCODE_1</a:t>
                      </a:r>
                    </a:p>
                  </a:txBody>
                  <a:tcPr/>
                </a:tc>
                <a:tc>
                  <a:txBody>
                    <a:bodyPr/>
                    <a:lstStyle/>
                    <a:p>
                      <a:r>
                        <a:t>WP157|Glycolysis and gluconeogenesis|-18.6;mmu00010|Glycolysis / Gluconeogenesis - Mus musculus (house mouse)|-17.6;GO:0006090|pyruvate metabolic process|-17.0</a:t>
                      </a:r>
                    </a:p>
                  </a:txBody>
                  <a:tcPr/>
                </a:tc>
              </a:tr>
              <a:tr h="512064">
                <a:tc>
                  <a:txBody>
                    <a:bodyPr/>
                    <a:lstStyle/>
                    <a:p>
                      <a:r>
                        <a:t>hits_SUB1_MCODE_2</a:t>
                      </a:r>
                    </a:p>
                  </a:txBody>
                  <a:tcPr/>
                </a:tc>
                <a:tc>
                  <a:txBody>
                    <a:bodyPr/>
                    <a:lstStyle/>
                    <a:p>
                      <a:r>
                        <a:t>R-MMU-9646399|Aggrephagy|-6.8;R-MMU-6811436|COPI-independent Golgi-to-ER retrograde traffic|-6.4;R-MMU-3371497|HSP90 chaperone cycle for steroid hormone receptors (SHR) in the presence of ligand|-6.4</a:t>
                      </a:r>
                    </a:p>
                  </a:txBody>
                  <a:tcPr/>
                </a:tc>
              </a:tr>
              <a:tr h="512064">
                <a:tc>
                  <a:txBody>
                    <a:bodyPr/>
                    <a:lstStyle/>
                    <a:p>
                      <a:r>
                        <a:t>hits_SUB1_MCODE_3</a:t>
                      </a:r>
                    </a:p>
                  </a:txBody>
                  <a:tcPr/>
                </a:tc>
                <a:tc>
                  <a:txBody>
                    <a:bodyPr/>
                    <a:lstStyle/>
                    <a:p>
                      <a:r>
                        <a:t>R-MMU-9035034|RHOF GTPase cycle|-16.7;R-MMU-9013405|RHOD GTPase cycle|-12.5;R-MMU-9012999|RHO GTPase cycle|-10.4</a:t>
                      </a:r>
                    </a:p>
                  </a:txBody>
                  <a:tcPr/>
                </a:tc>
              </a:tr>
              <a:tr h="512064">
                <a:tc>
                  <a:txBody>
                    <a:bodyPr/>
                    <a:lstStyle/>
                    <a:p>
                      <a:r>
                        <a:t>hits_SUB1_MCODE_4</a:t>
                      </a:r>
                    </a:p>
                  </a:txBody>
                  <a:tcPr/>
                </a:tc>
                <a:tc>
                  <a:txBody>
                    <a:bodyPr/>
                    <a:lstStyle/>
                    <a:p>
                      <a:r>
                        <a:t>R-MMU-1650814|Collagen biosynthesis and modifying enzymes|-13.0;R-MMU-1474290|Collagen formation|-12.5;R-MMU-8948216|Collagen chain trimerization|-10.3</a:t>
                      </a:r>
                    </a:p>
                  </a:txBody>
                  <a:tcPr/>
                </a:tc>
              </a:tr>
              <a:tr h="512064">
                <a:tc>
                  <a:txBody>
                    <a:bodyPr/>
                    <a:lstStyle/>
                    <a:p>
                      <a:r>
                        <a:t>hits_SUB1_MCODE_5</a:t>
                      </a:r>
                    </a:p>
                  </a:txBody>
                  <a:tcPr/>
                </a:tc>
                <a:tc>
                  <a:txBody>
                    <a:bodyPr/>
                    <a:lstStyle/>
                    <a:p>
                      <a:r>
                        <a:t>GO:0045732|positive regulation of protein catabolic process|-5.4;GO:0045862|positive regulation of proteolysis|-4.8;GO:0046486|glycerolipid metabolic process|-4.8</a:t>
                      </a:r>
                    </a:p>
                  </a:txBody>
                  <a:tcPr/>
                </a:tc>
              </a:tr>
              <a:tr h="512064">
                <a:tc>
                  <a:txBody>
                    <a:bodyPr/>
                    <a:lstStyle/>
                    <a:p>
                      <a:r>
                        <a:t>hits_SUB1_MCODE_6</a:t>
                      </a:r>
                    </a:p>
                  </a:txBody>
                  <a:tcPr/>
                </a:tc>
                <a:tc>
                  <a:txBody>
                    <a:bodyPr/>
                    <a:lstStyle/>
                    <a:p>
                      <a:r>
                        <a:t>mmu04810|Regulation of actin cytoskeleton - Mus musculus (house mouse)|-5.3;R-MMU-9012999|RHO GTPase cycle|-4.6;R-MMU-194315|Signaling by Rho GTPases|-4.1</a:t>
                      </a:r>
                    </a:p>
                  </a:txBody>
                  <a:tcPr/>
                </a:tc>
              </a:tr>
              <a:tr h="512064">
                <a:tc>
                  <a:txBody>
                    <a:bodyPr/>
                    <a:lstStyle/>
                    <a:p>
                      <a:r>
                        <a:t>hits_SUB1_MCODE_7</a:t>
                      </a:r>
                    </a:p>
                  </a:txBody>
                  <a:tcPr/>
                </a:tc>
                <a:tc>
                  <a:txBody>
                    <a:bodyPr/>
                    <a:lstStyle/>
                    <a:p>
                      <a:r>
                        <a:t>GO:0051897|positive regulation of phosphatidylinositol 3-kinase/protein kinase B signal transduction|-8.0;mmu04014|Ras signaling pathway - Mus musculus (house mouse)|-7.8;GO:0051896|regulation of phosphatidylinositol 3-kinase/protein kinase B signal transduction|-7.4</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