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Feb 24, 2025</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68 identifiers, 68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3346433"/>
            <a:ext cx="10911535" cy="1758704"/>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1464886" y="1665465"/>
            <a:ext cx="9261922" cy="5120640"/>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1464886" y="1665465"/>
            <a:ext cx="9261922"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hits_PPIColorByCluster.png"/>
          <p:cNvPicPr>
            <a:picLocks noChangeAspect="1"/>
          </p:cNvPicPr>
          <p:nvPr/>
        </p:nvPicPr>
        <p:blipFill>
          <a:blip r:embed="rId3"/>
          <a:stretch>
            <a:fillRect/>
          </a:stretch>
        </p:blipFill>
        <p:spPr>
          <a:xfrm>
            <a:off x="1835643" y="1665465"/>
            <a:ext cx="8520409" cy="5120640"/>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27381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2560320">
                <a:tc>
                  <a:txBody>
                    <a:bodyPr/>
                    <a:lstStyle/>
                    <a:p>
                      <a:r>
                        <a:t>hits</a:t>
                      </a:r>
                    </a:p>
                  </a:txBody>
                  <a:tcPr/>
                </a:tc>
                <a:tc>
                  <a:txBody>
                    <a:bodyPr/>
                    <a:lstStyle/>
                    <a:p>
                      <a:r>
                        <a:t>WP85|Focal adhesion|-6.3;mmu04510|Focal adhesion - Mus musculus (house mouse)|-4.6;mmu04820|Cytoskeleton in muscle cells - Mus musculus (house mouse)|-4.3</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