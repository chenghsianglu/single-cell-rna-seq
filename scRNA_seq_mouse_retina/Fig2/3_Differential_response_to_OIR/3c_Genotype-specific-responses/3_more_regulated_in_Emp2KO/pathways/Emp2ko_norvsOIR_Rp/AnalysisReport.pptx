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24,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82 identifiers, 82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3057052"/>
            <a:ext cx="10911535" cy="233746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989198" y="1665465"/>
            <a:ext cx="10213298"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709726" y="1665465"/>
            <a:ext cx="8772243"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919588" y="1665465"/>
            <a:ext cx="8352519"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3696422" y="1665465"/>
            <a:ext cx="4798851"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hits</a:t>
                      </a:r>
                    </a:p>
                  </a:txBody>
                  <a:tcPr/>
                </a:tc>
                <a:tc>
                  <a:txBody>
                    <a:bodyPr/>
                    <a:lstStyle/>
                    <a:p>
                      <a:r>
                        <a:t>GO:0031507|heterochromatin formation|-4.4;R-MMU-9841922|MLL4 and MLL3 complexes regulate expression of PPARG target genes in adipogenesis and hepatic steatosis|-4.1;R-MMU-9851695|Epigenetic regulation of adipogenesis genes by MLL3 and MLL4 complexes|-4.1</a:t>
                      </a:r>
                    </a:p>
                  </a:txBody>
                  <a:tcPr/>
                </a:tc>
              </a:tr>
              <a:tr h="1280160">
                <a:tc>
                  <a:txBody>
                    <a:bodyPr/>
                    <a:lstStyle/>
                    <a:p>
                      <a:r>
                        <a:t>hits_MCODE_ALL</a:t>
                      </a:r>
                    </a:p>
                  </a:txBody>
                  <a:tcPr/>
                </a:tc>
                <a:tc>
                  <a:txBody>
                    <a:bodyPr/>
                    <a:lstStyle/>
                    <a:p>
                      <a:r>
                        <a:t>R-MMU-212436|Generic Transcription Pathway|-3.4</a:t>
                      </a:r>
                    </a:p>
                  </a:txBody>
                  <a:tcPr/>
                </a:tc>
              </a:tr>
              <a:tr h="1280160">
                <a:tc>
                  <a:txBody>
                    <a:bodyPr/>
                    <a:lstStyle/>
                    <a:p>
                      <a:r>
                        <a:t>hits_SUB1_MCODE_1</a:t>
                      </a:r>
                    </a:p>
                  </a:txBody>
                  <a:tcPr/>
                </a:tc>
                <a:tc>
                  <a:txBody>
                    <a:bodyPr/>
                    <a:lstStyle/>
                    <a:p>
                      <a:r>
                        <a:t>R-MMU-212436|Generic Transcription Pathway|-3.4</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