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245 identifiers, 245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20765"/>
            <a:ext cx="10911535" cy="4610040"/>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478877" y="1665465"/>
            <a:ext cx="9233940"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325322" y="1665465"/>
            <a:ext cx="7541051"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640080" y="1685314"/>
            <a:ext cx="10911535" cy="5080943"/>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402271" y="1665465"/>
            <a:ext cx="7387152"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hits</a:t>
                      </a:r>
                    </a:p>
                  </a:txBody>
                  <a:tcPr/>
                </a:tc>
                <a:tc>
                  <a:txBody>
                    <a:bodyPr/>
                    <a:lstStyle/>
                    <a:p>
                      <a:r>
                        <a:t>GO:0006351|DNA-templated transcription|-7.6;GO:0071407|cellular response to organic cyclic compound|-7.2;GO:0030856|regulation of epithelial cell differentiation|-6.5</a:t>
                      </a:r>
                    </a:p>
                  </a:txBody>
                  <a:tcPr/>
                </a:tc>
              </a:tr>
              <a:tr h="853440">
                <a:tc>
                  <a:txBody>
                    <a:bodyPr/>
                    <a:lstStyle/>
                    <a:p>
                      <a:r>
                        <a:t>hits_MCODE_ALL</a:t>
                      </a:r>
                    </a:p>
                  </a:txBody>
                  <a:tcPr/>
                </a:tc>
                <a:tc>
                  <a:txBody>
                    <a:bodyPr/>
                    <a:lstStyle/>
                    <a:p>
                      <a:r>
                        <a:t>GO:0071277|cellular response to calcium ion|-8.5;R-MMU-2454202|Fc epsilon receptor (FCERI) signaling|-8.3;R-MMU-2262752|Cellular responses to stress|-7.8</a:t>
                      </a:r>
                    </a:p>
                  </a:txBody>
                  <a:tcPr/>
                </a:tc>
              </a:tr>
              <a:tr h="853440">
                <a:tc>
                  <a:txBody>
                    <a:bodyPr/>
                    <a:lstStyle/>
                    <a:p>
                      <a:r>
                        <a:t>hits_SUB1_MCODE_1</a:t>
                      </a:r>
                    </a:p>
                  </a:txBody>
                  <a:tcPr/>
                </a:tc>
                <a:tc>
                  <a:txBody>
                    <a:bodyPr/>
                    <a:lstStyle/>
                    <a:p>
                      <a:r>
                        <a:t>GO:0071277|cellular response to calcium ion|-10.7;GO:0048545|response to steroid hormone|-10.3;mmu04380|Osteoclast differentiation - Mus musculus (house mouse)|-9.7</a:t>
                      </a:r>
                    </a:p>
                  </a:txBody>
                  <a:tcPr/>
                </a:tc>
              </a:tr>
              <a:tr h="853440">
                <a:tc>
                  <a:txBody>
                    <a:bodyPr/>
                    <a:lstStyle/>
                    <a:p>
                      <a:r>
                        <a:t>hits_SUB1_MCODE_2</a:t>
                      </a:r>
                    </a:p>
                  </a:txBody>
                  <a:tcPr/>
                </a:tc>
                <a:tc>
                  <a:txBody>
                    <a:bodyPr/>
                    <a:lstStyle/>
                    <a:p>
                      <a:r>
                        <a:t>R-MMU-9755511|KEAP1-NFE2L2 pathway|-9.5;R-MMU-9711123|Cellular response to chemical stress|-8.0;R-MMU-8951664|Neddylation|-7.4</a:t>
                      </a:r>
                    </a:p>
                  </a:txBody>
                  <a:tcPr/>
                </a:tc>
              </a:tr>
              <a:tr h="853440">
                <a:tc>
                  <a:txBody>
                    <a:bodyPr/>
                    <a:lstStyle/>
                    <a:p>
                      <a:r>
                        <a:t>hits_SUB1_MCODE_3</a:t>
                      </a:r>
                    </a:p>
                  </a:txBody>
                  <a:tcPr/>
                </a:tc>
                <a:tc>
                  <a:txBody>
                    <a:bodyPr/>
                    <a:lstStyle/>
                    <a:p>
                      <a:r>
                        <a:t>GO:1903312|negative regulation of mRNA metabolic process|-7.0;GO:0050684|regulation of mRNA processing|-6.5;R-MMU-72163|mRNA Splicing - Major Pathway|-6.2</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