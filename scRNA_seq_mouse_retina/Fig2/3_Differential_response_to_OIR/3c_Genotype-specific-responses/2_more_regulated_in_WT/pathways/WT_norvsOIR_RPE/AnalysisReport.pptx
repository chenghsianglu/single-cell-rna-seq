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Feb 24,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184 identifiers, 184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128961"/>
            <a:ext cx="10911535" cy="4193649"/>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698177"/>
            <a:ext cx="10911535" cy="5055217"/>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849634" y="1665465"/>
            <a:ext cx="8492427"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905253" y="1665465"/>
            <a:ext cx="10381188"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1290001" y="1665465"/>
            <a:ext cx="9611693"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hits</a:t>
                      </a:r>
                    </a:p>
                  </a:txBody>
                  <a:tcPr/>
                </a:tc>
                <a:tc>
                  <a:txBody>
                    <a:bodyPr/>
                    <a:lstStyle/>
                    <a:p>
                      <a:r>
                        <a:t>WP295|Electron transport chain|-15.8;GO:0009060|aerobic respiration|-15.2;mmu00190|Oxidative phosphorylation - Mus musculus (house mouse)|-15.0</a:t>
                      </a:r>
                    </a:p>
                  </a:txBody>
                  <a:tcPr/>
                </a:tc>
              </a:tr>
              <a:tr h="640080">
                <a:tc>
                  <a:txBody>
                    <a:bodyPr/>
                    <a:lstStyle/>
                    <a:p>
                      <a:r>
                        <a:t>hits_MCODE_ALL</a:t>
                      </a:r>
                    </a:p>
                  </a:txBody>
                  <a:tcPr/>
                </a:tc>
                <a:tc>
                  <a:txBody>
                    <a:bodyPr/>
                    <a:lstStyle/>
                    <a:p>
                      <a:r>
                        <a:t>GO:0006119|oxidative phosphorylation|-19.2;mmu00190|Oxidative phosphorylation - Mus musculus (house mouse)|-18.4;WP295|Electron transport chain|-18.2</a:t>
                      </a:r>
                    </a:p>
                  </a:txBody>
                  <a:tcPr/>
                </a:tc>
              </a:tr>
              <a:tr h="640080">
                <a:tc>
                  <a:txBody>
                    <a:bodyPr/>
                    <a:lstStyle/>
                    <a:p>
                      <a:r>
                        <a:t>hits_SUB1_MCODE_1</a:t>
                      </a:r>
                    </a:p>
                  </a:txBody>
                  <a:tcPr/>
                </a:tc>
                <a:tc>
                  <a:txBody>
                    <a:bodyPr/>
                    <a:lstStyle/>
                    <a:p>
                      <a:r>
                        <a:t>GO:0006119|oxidative phosphorylation|-27.1;mmu00190|Oxidative phosphorylation - Mus musculus (house mouse)|-26.3;mmu04932|Non-alcoholic fatty liver disease - Mus musculus (house mouse)|-25.6</a:t>
                      </a:r>
                    </a:p>
                  </a:txBody>
                  <a:tcPr/>
                </a:tc>
              </a:tr>
              <a:tr h="640080">
                <a:tc>
                  <a:txBody>
                    <a:bodyPr/>
                    <a:lstStyle/>
                    <a:p>
                      <a:r>
                        <a:t>hits_SUB1_MCODE_2</a:t>
                      </a:r>
                    </a:p>
                  </a:txBody>
                  <a:tcPr/>
                </a:tc>
                <a:tc>
                  <a:txBody>
                    <a:bodyPr/>
                    <a:lstStyle/>
                    <a:p>
                      <a:r>
                        <a:t>GO:0002183|cytoplasmic translational initiation|-9.9;GO:0006413|translational initiation|-8.6;GO:0002181|cytoplasmic translation|-7.6</a:t>
                      </a:r>
                    </a:p>
                  </a:txBody>
                  <a:tcPr/>
                </a:tc>
              </a:tr>
              <a:tr h="640080">
                <a:tc>
                  <a:txBody>
                    <a:bodyPr/>
                    <a:lstStyle/>
                    <a:p>
                      <a:r>
                        <a:t>hits_SUB1_MCODE_3</a:t>
                      </a:r>
                    </a:p>
                  </a:txBody>
                  <a:tcPr/>
                </a:tc>
                <a:tc>
                  <a:txBody>
                    <a:bodyPr/>
                    <a:lstStyle/>
                    <a:p>
                      <a:r>
                        <a:t>R-MMU-8951664|Neddylation|-7.4;R-MMU-6781827|Transcription-Coupled Nucleotide Excision Repair (TC-NER)|-6.5;R-MMU-5696399|Global Genome Nucleotide Excision Repair (GG-NER)|-6.4</a:t>
                      </a:r>
                    </a:p>
                  </a:txBody>
                  <a:tcPr/>
                </a:tc>
              </a:tr>
              <a:tr h="640080">
                <a:tc>
                  <a:txBody>
                    <a:bodyPr/>
                    <a:lstStyle/>
                    <a:p>
                      <a:r>
                        <a:t>hits_SUB1_MCODE_4</a:t>
                      </a:r>
                    </a:p>
                  </a:txBody>
                  <a:tcPr/>
                </a:tc>
                <a:tc>
                  <a:txBody>
                    <a:bodyPr/>
                    <a:lstStyle/>
                    <a:p>
                      <a:r>
                        <a:t>GO:1905906|regulation of amyloid fibril formation|-8.8;GO:1900221|regulation of amyloid-beta clearance|-8.7;GO:1902993|positive regulation of amyloid precursor protein catabolic process|-8.2</a:t>
                      </a:r>
                    </a:p>
                  </a:txBody>
                  <a:tcPr/>
                </a:tc>
              </a:tr>
              <a:tr h="640080">
                <a:tc>
                  <a:txBody>
                    <a:bodyPr/>
                    <a:lstStyle/>
                    <a:p>
                      <a:r>
                        <a:t>hits_SUB1_MCODE_5</a:t>
                      </a:r>
                    </a:p>
                  </a:txBody>
                  <a:tcPr/>
                </a:tc>
                <a:tc>
                  <a:txBody>
                    <a:bodyPr/>
                    <a:lstStyle/>
                    <a:p>
                      <a:r>
                        <a:t>R-MMU-6811434|COPI-dependent Golgi-to-ER retrograde traffic|-7.1;R-MMU-8856688|Golgi-to-ER retrograde transport|-6.7;R-MMU-199977|ER to Golgi Anterograde Transport|-6.5</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