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24,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144 identifiers, 144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207103"/>
            <a:ext cx="10911535" cy="4037364"/>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793616"/>
            <a:ext cx="10911535" cy="4864338"/>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786675" y="1665465"/>
            <a:ext cx="8618344"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653419" y="1665465"/>
            <a:ext cx="10884857"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640080" y="2765134"/>
            <a:ext cx="10911535" cy="2921303"/>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MyList</a:t>
                      </a:r>
                    </a:p>
                  </a:txBody>
                  <a:tcPr/>
                </a:tc>
                <a:tc>
                  <a:txBody>
                    <a:bodyPr/>
                    <a:lstStyle/>
                    <a:p>
                      <a:r>
                        <a:t>GO:0051960|regulation of nervous system development|-4.9;mmu04140|Autophagy - animal - Mus musculus (house mouse)|-4.9;mmu05020|Prion disease - Mus musculus (house mouse)|-4.6</a:t>
                      </a:r>
                    </a:p>
                  </a:txBody>
                  <a:tcPr/>
                </a:tc>
              </a:tr>
              <a:tr h="1024128">
                <a:tc>
                  <a:txBody>
                    <a:bodyPr/>
                    <a:lstStyle/>
                    <a:p>
                      <a:r>
                        <a:t>MyList_MCODE_ALL</a:t>
                      </a:r>
                    </a:p>
                  </a:txBody>
                  <a:tcPr/>
                </a:tc>
                <a:tc>
                  <a:txBody>
                    <a:bodyPr/>
                    <a:lstStyle/>
                    <a:p>
                      <a:r>
                        <a:t>R-MMU-2262752|Cellular responses to stress|-4.3;R-MMU-8953897|Cellular responses to stimuli|-4.1;GO:0007264|small GTPase-mediated signal transduction|-3.8</a:t>
                      </a:r>
                    </a:p>
                  </a:txBody>
                  <a:tcPr/>
                </a:tc>
              </a:tr>
              <a:tr h="1024128">
                <a:tc>
                  <a:txBody>
                    <a:bodyPr/>
                    <a:lstStyle/>
                    <a:p>
                      <a:r>
                        <a:t>MyList_SUB1_MCODE_1</a:t>
                      </a:r>
                    </a:p>
                  </a:txBody>
                  <a:tcPr/>
                </a:tc>
                <a:tc>
                  <a:txBody>
                    <a:bodyPr/>
                    <a:lstStyle/>
                    <a:p>
                      <a:r>
                        <a:t>GO:0007264|small GTPase-mediated signal transduction|-5.2</a:t>
                      </a:r>
                    </a:p>
                  </a:txBody>
                  <a:tcPr/>
                </a:tc>
              </a:tr>
              <a:tr h="1024128">
                <a:tc>
                  <a:txBody>
                    <a:bodyPr/>
                    <a:lstStyle/>
                    <a:p>
                      <a:r>
                        <a:t>MyList_SUB1_MCODE_2</a:t>
                      </a:r>
                    </a:p>
                  </a:txBody>
                  <a:tcPr/>
                </a:tc>
                <a:tc>
                  <a:txBody>
                    <a:bodyPr/>
                    <a:lstStyle/>
                    <a:p>
                      <a:r>
                        <a:t>GO:0008380|RNA splicing|-5.3;GO:0006397|mRNA processing|-5.0;GO:0016071|mRNA metabolic process|-4.6</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