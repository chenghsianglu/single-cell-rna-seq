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25,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198 identifiers, 198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128961"/>
            <a:ext cx="10911535" cy="4193649"/>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059152" y="1665465"/>
            <a:ext cx="10073390"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737707" y="1665465"/>
            <a:ext cx="8716280"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1331973" y="1665465"/>
            <a:ext cx="9527748" cy="5120640"/>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640080" y="2725116"/>
            <a:ext cx="10911535" cy="3001339"/>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hits</a:t>
                      </a:r>
                    </a:p>
                  </a:txBody>
                  <a:tcPr/>
                </a:tc>
                <a:tc>
                  <a:txBody>
                    <a:bodyPr/>
                    <a:lstStyle/>
                    <a:p>
                      <a:r>
                        <a:t>GO:0006007|glucose catabolic process|-6.9;GO:0006006|glucose metabolic process|-6.4;GO:0046031|ADP metabolic process|-6.3</a:t>
                      </a:r>
                    </a:p>
                  </a:txBody>
                  <a:tcPr/>
                </a:tc>
              </a:tr>
              <a:tr h="853440">
                <a:tc>
                  <a:txBody>
                    <a:bodyPr/>
                    <a:lstStyle/>
                    <a:p>
                      <a:r>
                        <a:t>hits_MCODE_ALL</a:t>
                      </a:r>
                    </a:p>
                  </a:txBody>
                  <a:tcPr/>
                </a:tc>
                <a:tc>
                  <a:txBody>
                    <a:bodyPr/>
                    <a:lstStyle/>
                    <a:p>
                      <a:r>
                        <a:t>GO:0006735|NADH regeneration|-7.2;GO:0061718|glucose catabolic process to pyruvate|-7.2;GO:0061621|canonical glycolysis|-7.2</a:t>
                      </a:r>
                    </a:p>
                  </a:txBody>
                  <a:tcPr/>
                </a:tc>
              </a:tr>
              <a:tr h="853440">
                <a:tc>
                  <a:txBody>
                    <a:bodyPr/>
                    <a:lstStyle/>
                    <a:p>
                      <a:r>
                        <a:t>hits_SUB1_MCODE_1</a:t>
                      </a:r>
                    </a:p>
                  </a:txBody>
                  <a:tcPr/>
                </a:tc>
                <a:tc>
                  <a:txBody>
                    <a:bodyPr/>
                    <a:lstStyle/>
                    <a:p>
                      <a:r>
                        <a:t>GO:0051225|spindle assembly|-6.3;GO:0000226|microtubule cytoskeleton organization|-6.2;GO:0007051|spindle organization|-5.7</a:t>
                      </a:r>
                    </a:p>
                  </a:txBody>
                  <a:tcPr/>
                </a:tc>
              </a:tr>
              <a:tr h="853440">
                <a:tc>
                  <a:txBody>
                    <a:bodyPr/>
                    <a:lstStyle/>
                    <a:p>
                      <a:r>
                        <a:t>hits_SUB1_MCODE_2</a:t>
                      </a:r>
                    </a:p>
                  </a:txBody>
                  <a:tcPr/>
                </a:tc>
                <a:tc>
                  <a:txBody>
                    <a:bodyPr/>
                    <a:lstStyle/>
                    <a:p>
                      <a:r>
                        <a:t>mmu04926|Relaxin signaling pathway - Mus musculus (house mouse)|-6.6;mmu04728|Dopaminergic synapse - Mus musculus (house mouse)|-6.6;mmu04723|Retrograde endocannabinoid signaling - Mus musculus (house mouse)|-6.4</a:t>
                      </a:r>
                    </a:p>
                  </a:txBody>
                  <a:tcPr/>
                </a:tc>
              </a:tr>
              <a:tr h="853440">
                <a:tc>
                  <a:txBody>
                    <a:bodyPr/>
                    <a:lstStyle/>
                    <a:p>
                      <a:r>
                        <a:t>hits_SUB1_MCODE_3</a:t>
                      </a:r>
                    </a:p>
                  </a:txBody>
                  <a:tcPr/>
                </a:tc>
                <a:tc>
                  <a:txBody>
                    <a:bodyPr/>
                    <a:lstStyle/>
                    <a:p>
                      <a:r>
                        <a:t>GO:0061621|canonical glycolysis|-9.3;GO:0006735|NADH regeneration|-9.3;GO:0061718|glucose catabolic process to pyruvate|-9.3</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