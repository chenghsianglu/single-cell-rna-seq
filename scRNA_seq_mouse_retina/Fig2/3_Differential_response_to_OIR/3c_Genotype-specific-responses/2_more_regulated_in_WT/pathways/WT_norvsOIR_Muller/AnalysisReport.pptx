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25,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217 identifiers, 217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025539"/>
            <a:ext cx="10911535" cy="4400493"/>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707739"/>
            <a:ext cx="10911535" cy="5036093"/>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989542" y="1665465"/>
            <a:ext cx="8212611"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1611790" y="1665465"/>
            <a:ext cx="8968115"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its_MCODE_ALL_PPIColorByCluster.png"/>
          <p:cNvPicPr>
            <a:picLocks noChangeAspect="1"/>
          </p:cNvPicPr>
          <p:nvPr/>
        </p:nvPicPr>
        <p:blipFill>
          <a:blip r:embed="rId3"/>
          <a:stretch>
            <a:fillRect/>
          </a:stretch>
        </p:blipFill>
        <p:spPr>
          <a:xfrm>
            <a:off x="2605138" y="1665465"/>
            <a:ext cx="6981419"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0182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280160">
                <a:tc>
                  <a:txBody>
                    <a:bodyPr/>
                    <a:lstStyle/>
                    <a:p>
                      <a:r>
                        <a:t>hits</a:t>
                      </a:r>
                    </a:p>
                  </a:txBody>
                  <a:tcPr/>
                </a:tc>
                <a:tc>
                  <a:txBody>
                    <a:bodyPr/>
                    <a:lstStyle/>
                    <a:p>
                      <a:r>
                        <a:t>GO:0007623|circadian rhythm|-7.1;GO:0048511|rhythmic process|-6.8;R-MMU-9006934|Signaling by Receptor Tyrosine Kinases|-6.8</a:t>
                      </a:r>
                    </a:p>
                  </a:txBody>
                  <a:tcPr/>
                </a:tc>
              </a:tr>
              <a:tr h="1280160">
                <a:tc>
                  <a:txBody>
                    <a:bodyPr/>
                    <a:lstStyle/>
                    <a:p>
                      <a:r>
                        <a:t>hits_MCODE_ALL</a:t>
                      </a:r>
                    </a:p>
                  </a:txBody>
                  <a:tcPr/>
                </a:tc>
                <a:tc>
                  <a:txBody>
                    <a:bodyPr/>
                    <a:lstStyle/>
                    <a:p>
                      <a:r>
                        <a:t>R-MMU-4420097|VEGFA-VEGFR2 Pathway|-9.5;R-MMU-194138|Signaling by VEGF|-9.4;R-MMU-2029482|Regulation of actin dynamics for phagocytic cup formation|-7.2</a:t>
                      </a:r>
                    </a:p>
                  </a:txBody>
                  <a:tcPr/>
                </a:tc>
              </a:tr>
              <a:tr h="1280160">
                <a:tc>
                  <a:txBody>
                    <a:bodyPr/>
                    <a:lstStyle/>
                    <a:p>
                      <a:r>
                        <a:t>hits_SUB1_MCODE_1</a:t>
                      </a:r>
                    </a:p>
                  </a:txBody>
                  <a:tcPr/>
                </a:tc>
                <a:tc>
                  <a:txBody>
                    <a:bodyPr/>
                    <a:lstStyle/>
                    <a:p>
                      <a:r>
                        <a:t>R-MMU-4420097|VEGFA-VEGFR2 Pathway|-9.5;R-MMU-194138|Signaling by VEGF|-9.4;R-MMU-2029482|Regulation of actin dynamics for phagocytic cup formation|-7.2</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