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100 identifiers, 100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846021"/>
            <a:ext cx="10911535" cy="4759529"/>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2122455" y="1665465"/>
            <a:ext cx="794678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3178762" y="1665465"/>
            <a:ext cx="5834171"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038166" y="1665465"/>
            <a:ext cx="10115362"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640080" y="2314980"/>
            <a:ext cx="10911535" cy="382161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hits</a:t>
                      </a:r>
                    </a:p>
                  </a:txBody>
                  <a:tcPr/>
                </a:tc>
                <a:tc>
                  <a:txBody>
                    <a:bodyPr/>
                    <a:lstStyle/>
                    <a:p>
                      <a:r>
                        <a:t>mmu01200|Carbon metabolism - Mus musculus (house mouse)|-9.8;GO:0006091|generation of precursor metabolites and energy|-8.3;mmu01212|Fatty acid metabolism - Mus musculus (house mouse)|-6.7</a:t>
                      </a:r>
                    </a:p>
                  </a:txBody>
                  <a:tcPr/>
                </a:tc>
              </a:tr>
              <a:tr h="1024128">
                <a:tc>
                  <a:txBody>
                    <a:bodyPr/>
                    <a:lstStyle/>
                    <a:p>
                      <a:r>
                        <a:t>hits_MCODE_ALL</a:t>
                      </a:r>
                    </a:p>
                  </a:txBody>
                  <a:tcPr/>
                </a:tc>
                <a:tc>
                  <a:txBody>
                    <a:bodyPr/>
                    <a:lstStyle/>
                    <a:p>
                      <a:r>
                        <a:t>mmu01200|Carbon metabolism - Mus musculus (house mouse)|-10.5;GO:0006091|generation of precursor metabolites and energy|-8.0;mmu00030|Pentose phosphate pathway - Mus musculus (house mouse)|-7.1</a:t>
                      </a:r>
                    </a:p>
                  </a:txBody>
                  <a:tcPr/>
                </a:tc>
              </a:tr>
              <a:tr h="1024128">
                <a:tc>
                  <a:txBody>
                    <a:bodyPr/>
                    <a:lstStyle/>
                    <a:p>
                      <a:r>
                        <a:t>hits_SUB1_MCODE_1</a:t>
                      </a:r>
                    </a:p>
                  </a:txBody>
                  <a:tcPr/>
                </a:tc>
                <a:tc>
                  <a:txBody>
                    <a:bodyPr/>
                    <a:lstStyle/>
                    <a:p>
                      <a:r>
                        <a:t>R-MMU-9033241|Peroxisomal protein import|-7.6;R-MMU-9609507|Protein localization|-7.0</a:t>
                      </a:r>
                    </a:p>
                  </a:txBody>
                  <a:tcPr/>
                </a:tc>
              </a:tr>
              <a:tr h="1024128">
                <a:tc>
                  <a:txBody>
                    <a:bodyPr/>
                    <a:lstStyle/>
                    <a:p>
                      <a:r>
                        <a:t>hits_SUB3_MCODE_2</a:t>
                      </a:r>
                    </a:p>
                  </a:txBody>
                  <a:tcPr/>
                </a:tc>
                <a:tc>
                  <a:txBody>
                    <a:bodyPr/>
                    <a:lstStyle/>
                    <a:p>
                      <a:r>
                        <a:t>mmu00030|Pentose phosphate pathway - Mus musculus (house mouse)|-8.4;mmu01200|Carbon metabolism - Mus musculus (house mouse)|-6.7;GO:0046496|nicotinamide nucleotide metabolic process|-6.7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