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99 identifiers, 99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582347"/>
            <a:ext cx="10911535" cy="3286876"/>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863625" y="1665465"/>
            <a:ext cx="8464445"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863625" y="1665465"/>
            <a:ext cx="8464445"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2045505" y="1665465"/>
            <a:ext cx="8100684"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hits</a:t>
                      </a:r>
                    </a:p>
                  </a:txBody>
                  <a:tcPr/>
                </a:tc>
                <a:tc>
                  <a:txBody>
                    <a:bodyPr/>
                    <a:lstStyle/>
                    <a:p>
                      <a:r>
                        <a:t>R-MMU-194315|Signaling by Rho GTPases|-6.0;R-MMU-9716542|Signaling by Rho GTPases, Miro GTPases and RHOBTB3|-5.9;R-MMU-9012999|RHO GTPase cycle|-4.4</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