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25,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100 identifiers, 100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344020"/>
            <a:ext cx="10911535" cy="3763531"/>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822884"/>
            <a:ext cx="10911535" cy="4805802"/>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723716" y="1665465"/>
            <a:ext cx="8744262"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206056" y="1665465"/>
            <a:ext cx="9779582"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2346308" y="1665465"/>
            <a:ext cx="7499079"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hits</a:t>
                      </a:r>
                    </a:p>
                  </a:txBody>
                  <a:tcPr/>
                </a:tc>
                <a:tc>
                  <a:txBody>
                    <a:bodyPr/>
                    <a:lstStyle/>
                    <a:p>
                      <a:r>
                        <a:t>GO:2000058|regulation of ubiquitin-dependent protein catabolic process|-7.2;GO:2000060|positive regulation of ubiquitin-dependent protein catabolic process|-7.1;GO:0042542|response to hydrogen peroxide|-6.7</a:t>
                      </a:r>
                    </a:p>
                  </a:txBody>
                  <a:tcPr/>
                </a:tc>
              </a:tr>
              <a:tr h="1280160">
                <a:tc>
                  <a:txBody>
                    <a:bodyPr/>
                    <a:lstStyle/>
                    <a:p>
                      <a:r>
                        <a:t>hits_MCODE_ALL</a:t>
                      </a:r>
                    </a:p>
                  </a:txBody>
                  <a:tcPr/>
                </a:tc>
                <a:tc>
                  <a:txBody>
                    <a:bodyPr/>
                    <a:lstStyle/>
                    <a:p>
                      <a:r>
                        <a:t>mmu04141|Protein processing in endoplasmic reticulum - Mus musculus (house mouse)|-6.3</a:t>
                      </a:r>
                    </a:p>
                  </a:txBody>
                  <a:tcPr/>
                </a:tc>
              </a:tr>
              <a:tr h="1280160">
                <a:tc>
                  <a:txBody>
                    <a:bodyPr/>
                    <a:lstStyle/>
                    <a:p>
                      <a:r>
                        <a:t>hits_SUB1_MCODE_1</a:t>
                      </a:r>
                    </a:p>
                  </a:txBody>
                  <a:tcPr/>
                </a:tc>
                <a:tc>
                  <a:txBody>
                    <a:bodyPr/>
                    <a:lstStyle/>
                    <a:p>
                      <a:r>
                        <a:t>mmu04141|Protein processing in endoplasmic reticulum - Mus musculus (house mouse)|-6.3</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