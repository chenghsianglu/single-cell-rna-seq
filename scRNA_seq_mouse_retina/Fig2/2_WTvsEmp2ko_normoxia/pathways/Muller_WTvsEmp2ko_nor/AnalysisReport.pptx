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100 identifiers, 100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277964"/>
            <a:ext cx="10911535" cy="3895642"/>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53419" y="1665465"/>
            <a:ext cx="10884857"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087478" y="1665465"/>
            <a:ext cx="8016739"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807661" y="1665465"/>
            <a:ext cx="8576372"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640080" y="1964777"/>
            <a:ext cx="10911535" cy="4522017"/>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hits</a:t>
                      </a:r>
                    </a:p>
                  </a:txBody>
                  <a:tcPr/>
                </a:tc>
                <a:tc>
                  <a:txBody>
                    <a:bodyPr/>
                    <a:lstStyle/>
                    <a:p>
                      <a:r>
                        <a:t>GO:0071248|cellular response to metal ion|-7.6;R-MMU-8953897|Cellular responses to stimuli|-7.0;GO:0071276|cellular response to cadmium ion|-6.8</a:t>
                      </a:r>
                    </a:p>
                  </a:txBody>
                  <a:tcPr/>
                </a:tc>
              </a:tr>
              <a:tr h="1024128">
                <a:tc>
                  <a:txBody>
                    <a:bodyPr/>
                    <a:lstStyle/>
                    <a:p>
                      <a:r>
                        <a:t>hits_MCODE_ALL</a:t>
                      </a:r>
                    </a:p>
                  </a:txBody>
                  <a:tcPr/>
                </a:tc>
                <a:tc>
                  <a:txBody>
                    <a:bodyPr/>
                    <a:lstStyle/>
                    <a:p>
                      <a:r>
                        <a:t>mmu04380|Osteoclast differentiation - Mus musculus (house mouse)|-9.7;GO:0071277|cellular response to calcium ion|-8.1;GO:0048545|response to steroid hormone|-8.0</a:t>
                      </a:r>
                    </a:p>
                  </a:txBody>
                  <a:tcPr/>
                </a:tc>
              </a:tr>
              <a:tr h="1024128">
                <a:tc>
                  <a:txBody>
                    <a:bodyPr/>
                    <a:lstStyle/>
                    <a:p>
                      <a:r>
                        <a:t>hits_SUB1_MCODE_1</a:t>
                      </a:r>
                    </a:p>
                  </a:txBody>
                  <a:tcPr/>
                </a:tc>
                <a:tc>
                  <a:txBody>
                    <a:bodyPr/>
                    <a:lstStyle/>
                    <a:p>
                      <a:r>
                        <a:t>GO:0071277|cellular response to calcium ion|-9.6;mmu04657|IL-17 signaling pathway - Mus musculus (house mouse)|-9.5;mmu04380|Osteoclast differentiation - Mus musculus (house mouse)|-8.8</a:t>
                      </a:r>
                    </a:p>
                  </a:txBody>
                  <a:tcPr/>
                </a:tc>
              </a:tr>
              <a:tr h="1024128">
                <a:tc>
                  <a:txBody>
                    <a:bodyPr/>
                    <a:lstStyle/>
                    <a:p>
                      <a:r>
                        <a:t>hits_SUB1_MCODE_2</a:t>
                      </a:r>
                    </a:p>
                  </a:txBody>
                  <a:tcPr/>
                </a:tc>
                <a:tc>
                  <a:txBody>
                    <a:bodyPr/>
                    <a:lstStyle/>
                    <a:p>
                      <a:r>
                        <a:t>R-MMU-9012999|RHO GTPase cycle|-5.2;R-MMU-194315|Signaling by Rho GTPases|-4.7;R-MMU-9716542|Signaling by Rho GTPases, Miro GTPases and RHOBTB3|-4.7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